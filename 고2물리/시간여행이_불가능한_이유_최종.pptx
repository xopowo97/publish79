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PHYSICS SEMINAR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여행이</a:t>
            </a:r>
            <a:endParaRPr lang="en-US" sz="40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불가능한 이유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 물리학과 열역학으로 파헤치는 시공간의 한계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5303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[학년 / 반 / 이름 입력]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12480" y="1645920"/>
            <a:ext cx="2926080" cy="2926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8869680" y="2103120"/>
            <a:ext cx="2011680" cy="2011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2834640"/>
            <a:ext cx="548640" cy="548640"/>
          </a:xfrm>
          <a:prstGeom prst="ellipse">
            <a:avLst/>
          </a:prstGeom>
          <a:solidFill>
            <a:srgbClr val="0284C7"/>
          </a:solidFill>
          <a:ln w="254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여행의 두 갈래 길: 미래 vs 과거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89904" y="1645920"/>
            <a:ext cx="0" cy="384048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미래 여행 (Future)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조건부 가능 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움직이는 대상의 시간은 느리게 흐릅니다(상대성 이론).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 지연을 이용해 미래로 도약하는 편도선 여행은 물리학적으로 이미 검증된 사실입니다.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7512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과거 여행 (Past)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75120" y="2103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절대 불가능 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0" y="25603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시간을 뒤로 감는 것은 우주의 근본 논리 체계를 뒤흔듭니다. 원인이 결과보다 항상 앞서야 하는 '인과율'이 과거행 경로를 영구 차단합니다.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5852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[학년 / 반 / 이름 입력]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0" y="5852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여행: 시간 지연과 광속의 한계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달리기 시합과 손목시계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393192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74320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84C7"/>
                </a:solidFill>
              </a:rPr>
              <a:t>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광속 우주선을 탄 친구는 겨우 '하루' 동안 달렸을 뿐인데, 지구의 달력은 이미 '일주일'이 지나 있습니다. 친구는 지구 기준 미래의 영역으로 혼자 튀어 올라온 셈입니다.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89904" y="1645920"/>
            <a:ext cx="0" cy="40233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특수 상대성 이론 공식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t'  =  t   /   √(1 - v²/c²)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75120" y="310896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속도(v)가 빛의 속도(c)에 근접할수록 우주선 내부 시간(t')은 지구(t)보다 정체됩니다.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단, 광속에 도달하려면 우주선에 무한한 에너지(기름값)가 소모되므로 현실적 한계가 존재합니다.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[학년 / 반 / 이름 입력]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5852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여행이 물리적으로 불가한 이유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3657600"/>
            <a:ext cx="10332720" cy="0"/>
          </a:xfrm>
          <a:prstGeom prst="line">
            <a:avLst/>
          </a:prstGeom>
          <a:noFill/>
          <a:ln w="50800">
            <a:solidFill>
              <a:srgbClr val="E2E8F0"/>
            </a:solidFill>
            <a:prstDash val="solid"/>
            <a:headEnd type="arrow"/>
          </a:ln>
        </p:spPr>
      </p:sp>
      <p:sp>
        <p:nvSpPr>
          <p:cNvPr id="4" name="Shape 2"/>
          <p:cNvSpPr/>
          <p:nvPr/>
        </p:nvSpPr>
        <p:spPr>
          <a:xfrm>
            <a:off x="2880360" y="3547872"/>
            <a:ext cx="219456" cy="219456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90088" y="2468880"/>
            <a:ext cx="0" cy="1005840"/>
          </a:xfrm>
          <a:prstGeom prst="line">
            <a:avLst/>
          </a:prstGeom>
          <a:noFill/>
          <a:ln w="19050">
            <a:solidFill>
              <a:srgbClr val="EA580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14400" y="731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쏟아진 우유와 엔트로피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우유를 바닥에 쏟으면 사방으로 퍼지지만, 스스로 다시 컵에 담기지는 않습니다. 우주도 똑같이 무질서도가 늘어나는 한 방향으로만 흐릅니다 (열역학 제2법칙).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41080" y="3547872"/>
            <a:ext cx="219456" cy="219456"/>
          </a:xfrm>
          <a:prstGeom prst="ellipse">
            <a:avLst/>
          </a:prstGeom>
          <a:solidFill>
            <a:srgbClr val="E11D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50808" y="3822192"/>
            <a:ext cx="0" cy="1005840"/>
          </a:xfrm>
          <a:prstGeom prst="line">
            <a:avLst/>
          </a:prstGeom>
          <a:noFill/>
          <a:ln w="19050">
            <a:solidFill>
              <a:srgbClr val="E11D4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675120" y="4389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그림자 잡기와 빛의 한계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484632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거울에 반사되어 도망치는 내 그림자보다 내가 더 빨리 뛸 순 없듯이, 우주의 그 어떤 물질과 정보도 우주 최고 한계선인 빛의 속도(c)보다 빨라질 순 없습니다.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852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[학년 / 반 / 이름 입력]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0" y="5852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논리적 모순: 할아버지 역설과 보호막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치킨 역설 (할아버지 역설)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치킨 가게 사장님의 개업을 막기 위해 과거로 돌아가 훼방을 놓았습니다. 그렇다면 오늘 내가 맛있게 먹은 치킨은 어디서 온 것일까요?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이처럼 내가 태어나기 전 과거의 원인을 바꾸려 할 때 발생하는 모순이며, 우주는 원인이 결과를 앞서야 한다는 인과율(Causality)을 보호합니다.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89904" y="1645920"/>
            <a:ext cx="0" cy="40233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시간 순서 보호 가설 (우주의 방패)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219456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스티븐 호킹 박사는 우주가 논리 오류(시간 모순)를 감지하고 스스로를 지키는 방패를 작동한다고 주장했습니다.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과거로 가는 웜홀이 만들어지려는 찰나의 순간, 가상 입자와 빛이 통로를 돌며 마이크 하울링처럼 무한 폭주하여 웜홀 장치 자체가 폭발해 붕괴한다는 이론입니다.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5852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[학년 / 반 / 이름 입력]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0" y="5852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여행은 기술의 한계 때문이 아닙니다.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377440"/>
            <a:ext cx="9418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앞서 살펴본 '쏟아진 우유의 법칙(열역학 법칙)'과 '원인과 결과의 규칙(인과율)'이 과거로 가는 문을 꽁꽁 닫아 두었기 때문입니다.</a:t>
            </a:r>
            <a:endParaRPr lang="en-US" sz="1650" dirty="0"/>
          </a:p>
          <a:p>
            <a:pPr algn="ctr" indent="0" marL="0">
              <a:lnSpc>
                <a:spcPts val="2500"/>
              </a:lnSpc>
              <a:buNone/>
            </a:pPr>
            <a:endParaRPr lang="en-US" sz="165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우리가 할 수 있는 진짜 가장 멋진 시간 여행은, 바로 지금 이 순간인 '현재'를 열심히 살아가는 거라고 생각합니다.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경청해 주셔서 감사합니다. 질문이 있으시면 말씀해 주세요!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852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[학년 / 반 / 이름 입력]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5852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묻는 질문 &amp; 모범 답변 (Q&amp;A)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3474720"/>
            <a:ext cx="10332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6089904" y="1280160"/>
            <a:ext cx="0" cy="438912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[Q1] 웜홀이나 워프 등 공간 도약으로 과거로 갈 수 없나요?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답변: 공간을 접는 웜홀 통로 자체는 열릴 수 있으나 통과는 불가합니다. 웜홀이 생성되려는 찰나 미세 에너지가 통로를 타고 무한 하울링되어 웜홀 장치 자체가 스스로 폭발해 자멸하게 되기 때문입니다 (시간 순서 보호 가설).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7512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[Q2] 에어컨으로 방이 정돈되면 시간이 되돌아간 건가요?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73736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답변: 내 방 안의 분자가 정돈(엔트로피 감소)되더라도, 실외기가 바깥 우주로 훨씬 더 많은 뜨거운 열(무질서)을 방출했습니다. 우주 전체의 무질서도는 언제나 늘어나므로 시간의 방향은 뒤집히지 않습니다.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[Q3] 과거 여행은 안 되는데 미래 여행은 왜 역설이 없나요?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답변: 미래 여행(시간 지연)은 단순히 시간의 흐름 속도를 다르게 조정했을 뿐, 지구의 과거 역사를 훼손하지 않습니다. 원인이 결과를 앞선다는 우주 고유의 인과율 규칙을 깨뜨리지 않아 안전합니다.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75120" y="3657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[Q4] 광속을 넘으면 공식상 허수 시간이 되는데 무슨 뜻인가요?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411480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답변: 허수 시간(i)은 현실 세계에서는 측정하거나 느낄 수 없는 가상의 값입니다. 이는 질량을 가진 물질(우리)이 우주의 물리적인 절대 한계선인 빛의 속도를 돌파할 수 없음을 말해 줍니다.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5852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[학년 / 반 / 이름 입력]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5852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2026-07-15T12:54:06Z</dcterms:created>
  <dcterms:modified xsi:type="dcterms:W3CDTF">2026-07-15T12:54:06Z</dcterms:modified>
</cp:coreProperties>
</file>